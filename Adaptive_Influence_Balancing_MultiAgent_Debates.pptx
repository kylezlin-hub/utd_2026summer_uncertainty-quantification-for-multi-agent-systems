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Adaptive Influence Balancing for Multi-Agent LLM Debates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extension to ICML 2026 Diagnostic Study</a:t>
            </a:r>
          </a:p>
          <a:p>
            <a:r>
              <a:t>Goal: Improve debate reliability and uncertainty estimation</a:t>
            </a:r>
          </a:p>
          <a:p>
            <a:r>
              <a:t>Hypothesis: Debate failures occur when influence becomes concentrated too early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 finds influence asymmetry strongly correlates with debate quality</a:t>
            </a:r>
          </a:p>
          <a:p>
            <a:r>
              <a:t>Consensus alone is not a reliable indicator of correctness</a:t>
            </a:r>
          </a:p>
          <a:p>
            <a:r>
              <a:t>Need mechanisms to prevent premature convergence and groupthink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adaptive influence balancing improve debate quality?</a:t>
            </a:r>
          </a:p>
          <a:p>
            <a:r>
              <a:t>Can minority viewpoints be preserved long enough to improve final decisions?</a:t>
            </a:r>
          </a:p>
          <a:p>
            <a:r>
              <a:t>Can process interventions improve reliability and calibration?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Setting 1: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paper setup</a:t>
            </a:r>
          </a:p>
          <a:p>
            <a:r>
              <a:t>Fixed debate protocol</a:t>
            </a:r>
          </a:p>
          <a:p>
            <a:r>
              <a:t>No intervention</a:t>
            </a:r>
          </a:p>
          <a:p>
            <a:r>
              <a:t>Reference point for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Setting 2: Penalty-to-Loser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losing influence become more assertive</a:t>
            </a:r>
          </a:p>
          <a:p>
            <a:r>
              <a:t>Require stronger defense of their position</a:t>
            </a:r>
          </a:p>
          <a:p>
            <a:r>
              <a:t>Encourage persistence of alternative viewpoints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Setting 3: Minority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Minority agents receive additional reasoning budget</a:t>
            </a:r>
          </a:p>
          <a:p>
            <a:r>
              <a:t>Extra evidence generation</a:t>
            </a:r>
          </a:p>
          <a:p>
            <a:r>
              <a:t>Additional speaking opportunities</a:t>
            </a:r>
          </a:p>
          <a:p>
            <a:r>
              <a:t>Protect potentially valuable dissenting opinions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Setting 4: Devil's Advocate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Dominant agents must challenge their own position</a:t>
            </a:r>
          </a:p>
          <a:p>
            <a:r>
              <a:t>Generate counterarguments</a:t>
            </a:r>
          </a:p>
          <a:p>
            <a:r>
              <a:t>Reduce overconfidence and groupthink</a:t>
            </a:r>
          </a:p>
          <a:p>
            <a:r>
              <a:t>Encourage exploration of alternatives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Engagement</a:t>
            </a:r>
          </a:p>
          <a:p>
            <a:r>
              <a:t>Responsiveness</a:t>
            </a:r>
          </a:p>
          <a:p>
            <a:r>
              <a:t>Balance</a:t>
            </a:r>
          </a:p>
          <a:p>
            <a:r>
              <a:t>Influence Asymmetry</a:t>
            </a:r>
          </a:p>
          <a:p>
            <a:r>
              <a:t>Consensus Reliability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influence concentration</a:t>
            </a:r>
          </a:p>
          <a:p>
            <a:r>
              <a:t>Improved debate quality</a:t>
            </a:r>
          </a:p>
          <a:p>
            <a:r>
              <a:t>Better calibrated uncertainty estimates</a:t>
            </a:r>
          </a:p>
          <a:p>
            <a:r>
              <a:t>Higher final-answer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Process-Aware Control of Multi-Agent Debates</a:t>
            </a:r>
          </a:p>
          <a:p>
            <a:r>
              <a:t>Use process diagnostics as feedback signals</a:t>
            </a:r>
          </a:p>
          <a:p>
            <a:r>
              <a:t>Potential applications: policy deliberation, energy planning, renewable integration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